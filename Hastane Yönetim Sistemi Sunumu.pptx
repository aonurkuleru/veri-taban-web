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-94"/>
      <p:regular r:id="rId13"/>
      <p:bold r:id="rId14"/>
      <p:italic r:id="rId15"/>
      <p:boldItalic r:id="rId16"/>
    </p:embeddedFont>
    <p:embeddedFont>
      <p:font typeface="Merriweather" panose="00000500000000000000" pitchFamily="2" charset="-94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8B2ED4-F16E-45CB-B9C4-CFA9FACFEF63}">
  <a:tblStyle styleId="{E58B2ED4-F16E-45CB-B9C4-CFA9FACFEF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25490" y="618692"/>
            <a:ext cx="81410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Hastane</a:t>
            </a: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Yönetim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Sistemi</a:t>
            </a: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Otomasyonu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367087" y="3632894"/>
            <a:ext cx="54578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Veritabanı Tasarımı ve Web Uygulaması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62398" y="4898677"/>
            <a:ext cx="42672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Aydoğan Onur Külerü | 24290488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Ankara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Üniversitesi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Mühendislik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Fakültesi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66207"/>
            <a:ext cx="5286375" cy="201513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 Amacı ve Kapsamı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51013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Hastanenin günlük operasyonel süreçlerini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ilişkisel veritabanı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mantığıyla dijitalize etmek.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33450" y="3751957"/>
            <a:ext cx="48706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Temel Hedefler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33450" y="4190107"/>
            <a:ext cx="46386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Veri bütünlüğünün korunması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• Randevu trafiğinin optimizasyonu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• Doktor-Bölüm ilişkisinin yönetimi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38487"/>
            <a:ext cx="5381625" cy="171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3138487"/>
            <a:ext cx="5381625" cy="171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Varlıklar: Hasta ve Doktorlar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33450" y="3424237"/>
            <a:ext cx="49706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Hastalar (Patients)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33450" y="3862387"/>
            <a:ext cx="4733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Kişisel bilgilerin takibi için tasarlanmıştır.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33450" y="4292798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Özellikler: TC No (PK), Ad, Soyad, Doğum Tarihi, Cinsiyet.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00825" y="3424237"/>
            <a:ext cx="49706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Doktorlar (Doctors)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00825" y="3862387"/>
            <a:ext cx="4733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Uzmanlık ve personel verilerini içerir.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00825" y="4292798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Özellikler: Personel ID (PK), Ad, Soyad, Uzmanlık, Unvan.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9038" y="1926585"/>
            <a:ext cx="5286375" cy="1679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9050" y="3940982"/>
            <a:ext cx="5286375" cy="201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Bölümler ve Randevular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936938" y="2198010"/>
            <a:ext cx="487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Poliklinikler (Departments)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3852500" y="2650485"/>
            <a:ext cx="46386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Hastane birimlerini temsil eder. Bölüm ID, Adı ve Oda No özelliklerine sahiptir.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936938" y="4209157"/>
            <a:ext cx="487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Randevu Trafiği (Appointments)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936950" y="4637282"/>
            <a:ext cx="4638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Hasta ve doktor arasındaki bağlantıyı kuran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zayıf varlıktır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Tarih, Saat ve FK bağlantılarını içerir.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64308"/>
            <a:ext cx="3492549" cy="28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564308"/>
            <a:ext cx="3492549" cy="28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564308"/>
            <a:ext cx="3492549" cy="286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İş Kuralları ve İlişkiler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84236" y="3821608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Bölüm - Doktor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4040683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Bir bölümde birden fazla doktor çalışabilir (1:N ilişkisi).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62535" y="3821608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Hasta - Randevu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730799" y="4040683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Bir hasta birden fazla randevu kaydına sahip olabilir (1:N ilişkisi).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40835" y="3821608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Doktor - Randevu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09099" y="4040683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Bir doktor birden fazla hastaya muayene verebilir (1:N ilişkisi).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1000" y="3059608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450" y="3059608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4749" y="3059608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176" y="3444732"/>
            <a:ext cx="7982097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 Güvenliği ve Kısıtlar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381176" y="2959596"/>
            <a:ext cx="7982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Sistem kısıtları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Referential Integrity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kuralları üzerine kurulmuştur: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2381176" y="4313932"/>
            <a:ext cx="79821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ON DELETE SET NULL: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Bir doktor silindiğinde randevuların silinmemesi için uygulanan kritik kural.</a:t>
            </a:r>
            <a:endParaRPr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8901" y="3713857"/>
            <a:ext cx="3906142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31889"/>
            <a:ext cx="3492549" cy="2527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731889"/>
            <a:ext cx="3492549" cy="2527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731889"/>
            <a:ext cx="3492549" cy="25276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Teknolojik Mimari (Full-Stack)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884236" y="3989189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Frontend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52500" y="4208264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HTML5, CSS3, JavaScript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Modern ve Duyarlı UI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662535" y="3989189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730799" y="4208264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Node.js &amp; Express.js API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msnodesqlv8 Connector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440835" y="3989189"/>
            <a:ext cx="286707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509099" y="4208264"/>
            <a:ext cx="27305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MS SQL Server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T-SQL İlişkisel Tablolar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36725" y="3227189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450" y="3227189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4749" y="3227189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Fiziksel Veritabanı Şeması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2552700"/>
            <a:ext cx="110490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571500" y="2552700"/>
          <a:ext cx="11049000" cy="3076625"/>
        </p:xfrm>
        <a:graphic>
          <a:graphicData uri="http://schemas.openxmlformats.org/drawingml/2006/table">
            <a:tbl>
              <a:tblPr firstRow="1" bandRow="1">
                <a:noFill/>
                <a:tableStyleId>{E58B2ED4-F16E-45CB-B9C4-CFA9FACFEF63}</a:tableStyleId>
              </a:tblPr>
              <a:tblGrid>
                <a:gridCol w="175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Tablo Adı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Birincil Anahtar (PK)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Yabancı Anahtar (FK)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Açıklama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Hasta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TC_Kimlik_No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Hasta ana verileri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Bölüm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Bolum_ID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Poliklinik tanımları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Doktor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Personel_ID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Bolum_ID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Bölüm-Doktor bağı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Randevu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Randevu_ID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TC_No, Personel_ID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Çoklu ilişki köprüsü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>
            <a:off x="571500" y="3814762"/>
            <a:ext cx="175766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329160" y="3814762"/>
            <a:ext cx="331216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641330" y="3814762"/>
            <a:ext cx="3455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097119" y="3814762"/>
            <a:ext cx="25233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4414837"/>
            <a:ext cx="175766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329160" y="4414837"/>
            <a:ext cx="331216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641330" y="4414837"/>
            <a:ext cx="3455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097119" y="4414837"/>
            <a:ext cx="25233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5014912"/>
            <a:ext cx="175766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329160" y="5014912"/>
            <a:ext cx="331216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641330" y="5014912"/>
            <a:ext cx="3455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9097119" y="5014912"/>
            <a:ext cx="25233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1500" y="5614987"/>
            <a:ext cx="175766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329160" y="5614987"/>
            <a:ext cx="331216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641330" y="5614987"/>
            <a:ext cx="345578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9097119" y="5614987"/>
            <a:ext cx="252338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762000" y="76200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Arayüz ve Kullanıcı Deneyimi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190625" y="2428875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Dinamik Sekme (Tab) Yapısı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190625" y="3002160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Otomatik Dropdown Filtreleme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190625" y="3575446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Asenkron Veri Listeleme (Fetch API)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190625" y="4148732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Gerçek Zamanlı Hata Yönetimi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Sistem Uygulama Süreçleri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71500" y="128587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000125" y="2968228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Veritabanı Katmanı: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SQL Scriptleri ile tabloların ve kısıtların fiziksel inşası sağlandı.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000125" y="3541514"/>
            <a:ext cx="10620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Köprü Yazılımı: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Node.js üzerinden SQL Server TCP/IP protokolü kullanılarak güvenli bağlantı kuruldu.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000125" y="4114800"/>
            <a:ext cx="10620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Reaksiyon Süresi: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Web tabanlı mimari sayesinde sayfa yenilemeden (Single Page App mantığı) işlem yapabilme yeteneği.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</Words>
  <Application>Microsoft Office PowerPoint</Application>
  <PresentationFormat>Geniş ekran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Calibri</vt:lpstr>
      <vt:lpstr>DM Sans</vt:lpstr>
      <vt:lpstr>Arial</vt:lpstr>
      <vt:lpstr>Merriweather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Aydoğan Onur Külerü</cp:lastModifiedBy>
  <cp:revision>3</cp:revision>
  <dcterms:modified xsi:type="dcterms:W3CDTF">2026-05-21T13:08:12Z</dcterms:modified>
</cp:coreProperties>
</file>